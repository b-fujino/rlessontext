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74" r:id="rId2"/>
    <p:sldId id="264" r:id="rId3"/>
    <p:sldId id="265" r:id="rId4"/>
    <p:sldId id="277" r:id="rId5"/>
    <p:sldId id="278" r:id="rId6"/>
    <p:sldId id="275" r:id="rId7"/>
    <p:sldId id="276" r:id="rId8"/>
    <p:sldId id="256" r:id="rId9"/>
    <p:sldId id="258" r:id="rId10"/>
    <p:sldId id="257" r:id="rId11"/>
    <p:sldId id="259" r:id="rId12"/>
    <p:sldId id="260" r:id="rId13"/>
    <p:sldId id="261" r:id="rId14"/>
    <p:sldId id="262" r:id="rId15"/>
    <p:sldId id="263" r:id="rId16"/>
    <p:sldId id="279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970" autoAdjust="0"/>
  </p:normalViewPr>
  <p:slideViewPr>
    <p:cSldViewPr snapToGrid="0" showGuides="1">
      <p:cViewPr varScale="1">
        <p:scale>
          <a:sx n="95" d="100"/>
          <a:sy n="95" d="100"/>
        </p:scale>
        <p:origin x="1074" y="72"/>
      </p:cViewPr>
      <p:guideLst>
        <p:guide orient="horz" pos="2137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2025/1/14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FDB475-EA06-5B9A-C153-713E0BBC2649}"/>
              </a:ext>
            </a:extLst>
          </p:cNvPr>
          <p:cNvSpPr txBox="1"/>
          <p:nvPr/>
        </p:nvSpPr>
        <p:spPr>
          <a:xfrm>
            <a:off x="-72223" y="1030172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BBB67-CEA6-CF2A-1D22-DEC86C082A20}"/>
              </a:ext>
            </a:extLst>
          </p:cNvPr>
          <p:cNvSpPr txBox="1"/>
          <p:nvPr/>
        </p:nvSpPr>
        <p:spPr>
          <a:xfrm>
            <a:off x="2757487" y="58000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152839-7E25-419C-7F95-558C6B4FB696}"/>
              </a:ext>
            </a:extLst>
          </p:cNvPr>
          <p:cNvSpPr txBox="1"/>
          <p:nvPr/>
        </p:nvSpPr>
        <p:spPr>
          <a:xfrm>
            <a:off x="609600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D06FFB5C-8475-F3AB-1C68-56887B3D2428}"/>
              </a:ext>
            </a:extLst>
          </p:cNvPr>
          <p:cNvSpPr/>
          <p:nvPr/>
        </p:nvSpPr>
        <p:spPr>
          <a:xfrm>
            <a:off x="2774497" y="1207058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BF4E37F7-41CE-B4F8-B4A1-4FBA7DC88A4B}"/>
              </a:ext>
            </a:extLst>
          </p:cNvPr>
          <p:cNvSpPr/>
          <p:nvPr/>
        </p:nvSpPr>
        <p:spPr>
          <a:xfrm>
            <a:off x="616696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大かっこ 13">
            <a:extLst>
              <a:ext uri="{FF2B5EF4-FFF2-40B4-BE49-F238E27FC236}">
                <a16:creationId xmlns:a16="http://schemas.microsoft.com/office/drawing/2014/main" id="{8BF4A6CB-5896-0039-7CD7-F67BEE2876BB}"/>
              </a:ext>
            </a:extLst>
          </p:cNvPr>
          <p:cNvSpPr/>
          <p:nvPr/>
        </p:nvSpPr>
        <p:spPr>
          <a:xfrm>
            <a:off x="223838" y="1492545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914D632-835E-9F31-5B5E-001D4FCC5800}"/>
              </a:ext>
            </a:extLst>
          </p:cNvPr>
          <p:cNvSpPr txBox="1"/>
          <p:nvPr/>
        </p:nvSpPr>
        <p:spPr>
          <a:xfrm>
            <a:off x="951244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6" name="大かっこ 15">
            <a:extLst>
              <a:ext uri="{FF2B5EF4-FFF2-40B4-BE49-F238E27FC236}">
                <a16:creationId xmlns:a16="http://schemas.microsoft.com/office/drawing/2014/main" id="{4327B81A-95BC-FD0D-564E-8DC7405726E8}"/>
              </a:ext>
            </a:extLst>
          </p:cNvPr>
          <p:cNvSpPr/>
          <p:nvPr/>
        </p:nvSpPr>
        <p:spPr>
          <a:xfrm>
            <a:off x="958340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43EEE1-EDD2-BE1B-44F4-C8CAB64E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" y="1755984"/>
            <a:ext cx="12192000" cy="491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46826F0-9665-683D-B8B7-65CE4DCA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7" y="1856068"/>
            <a:ext cx="11120751" cy="132198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A43AD0-3B11-F8C8-EA50-72B1A597DAFA}"/>
              </a:ext>
            </a:extLst>
          </p:cNvPr>
          <p:cNvSpPr txBox="1"/>
          <p:nvPr/>
        </p:nvSpPr>
        <p:spPr>
          <a:xfrm>
            <a:off x="128744" y="1028408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4C318E-C5C9-F409-8C6D-0911407E409D}"/>
              </a:ext>
            </a:extLst>
          </p:cNvPr>
          <p:cNvSpPr txBox="1"/>
          <p:nvPr/>
        </p:nvSpPr>
        <p:spPr>
          <a:xfrm>
            <a:off x="2948092" y="59773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71B12B-D695-017B-2134-E67FBFE559CB}"/>
              </a:ext>
            </a:extLst>
          </p:cNvPr>
          <p:cNvSpPr txBox="1"/>
          <p:nvPr/>
        </p:nvSpPr>
        <p:spPr>
          <a:xfrm>
            <a:off x="5935227" y="61821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C157E73-7B32-A0BF-84CE-FEF3A2804D29}"/>
              </a:ext>
            </a:extLst>
          </p:cNvPr>
          <p:cNvSpPr txBox="1"/>
          <p:nvPr/>
        </p:nvSpPr>
        <p:spPr>
          <a:xfrm>
            <a:off x="9361715" y="59752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0" name="大かっこ 9">
            <a:extLst>
              <a:ext uri="{FF2B5EF4-FFF2-40B4-BE49-F238E27FC236}">
                <a16:creationId xmlns:a16="http://schemas.microsoft.com/office/drawing/2014/main" id="{CA1C2C88-3A5E-AABA-84D4-E740B04A231F}"/>
              </a:ext>
            </a:extLst>
          </p:cNvPr>
          <p:cNvSpPr/>
          <p:nvPr/>
        </p:nvSpPr>
        <p:spPr>
          <a:xfrm>
            <a:off x="2965102" y="1224794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C06F7171-5ABC-8781-AE41-058AA7008B7F}"/>
              </a:ext>
            </a:extLst>
          </p:cNvPr>
          <p:cNvSpPr/>
          <p:nvPr/>
        </p:nvSpPr>
        <p:spPr>
          <a:xfrm>
            <a:off x="6006192" y="1238842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大かっこ 11">
            <a:extLst>
              <a:ext uri="{FF2B5EF4-FFF2-40B4-BE49-F238E27FC236}">
                <a16:creationId xmlns:a16="http://schemas.microsoft.com/office/drawing/2014/main" id="{DD5A26DD-964A-3DF4-3DB0-F60BBFC32D20}"/>
              </a:ext>
            </a:extLst>
          </p:cNvPr>
          <p:cNvSpPr/>
          <p:nvPr/>
        </p:nvSpPr>
        <p:spPr>
          <a:xfrm>
            <a:off x="424805" y="1490781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C7DAA8A9-4CFD-DAA1-2656-C11F8128167E}"/>
              </a:ext>
            </a:extLst>
          </p:cNvPr>
          <p:cNvSpPr/>
          <p:nvPr/>
        </p:nvSpPr>
        <p:spPr>
          <a:xfrm>
            <a:off x="9432680" y="1218146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33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3576638"/>
            <a:ext cx="4319081" cy="202649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/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20" idx="3"/>
            <a:endCxn id="4" idx="1"/>
          </p:cNvCxnSpPr>
          <p:nvPr/>
        </p:nvCxnSpPr>
        <p:spPr>
          <a:xfrm flipV="1">
            <a:off x="5087566" y="3429000"/>
            <a:ext cx="1846634" cy="11608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E905-B63A-BAB8-0545-13937C5F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F5F7C1-1EC9-7CDE-94DA-2B94B8A4C02A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100</a:t>
            </a:r>
            <a:endParaRPr lang="en-US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AFC5054-E6AE-F222-3531-12A58696E87E}"/>
              </a:ext>
            </a:extLst>
          </p:cNvPr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FFC34C6-09DD-504E-ADF3-1C3C347A46B3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理解度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7D375A0-8656-F6C2-483D-DD43E0317E8F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テスト時期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水準：受講前</a:t>
            </a:r>
            <a:r>
              <a:rPr kumimoji="1" lang="en-US" altLang="ja-JP" dirty="0"/>
              <a:t>, </a:t>
            </a:r>
            <a:r>
              <a:rPr kumimoji="1" lang="ja-JP" altLang="en-US" dirty="0"/>
              <a:t>受講後</a:t>
            </a:r>
            <a:endParaRPr lang="en-US" altLang="ja-JP" dirty="0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21C8C6E8-46D8-1E06-55A7-45A251A03605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684BE13-CBA2-7FC2-0169-9257A584F793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講義方式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水準：従来型</a:t>
            </a:r>
            <a:r>
              <a:rPr kumimoji="1" lang="en-US" altLang="ja-JP" dirty="0"/>
              <a:t>, </a:t>
            </a:r>
            <a:r>
              <a:rPr kumimoji="1" lang="ja-JP" altLang="en-US" dirty="0"/>
              <a:t>新型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D9C6E6-BBED-7356-E247-7F3BE0F14DE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BA97CE1-7A0B-115A-FE6F-DD1641950082}"/>
              </a:ext>
            </a:extLst>
          </p:cNvPr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83B7C2B-771F-D91F-07CC-E4C3F468262E}"/>
              </a:ext>
            </a:extLst>
          </p:cNvPr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11C7119-617B-A3F0-88E7-A8DF54B0A298}"/>
              </a:ext>
            </a:extLst>
          </p:cNvPr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D5F4CB2-6B93-A8BD-DBFF-254D842C17F8}"/>
              </a:ext>
            </a:extLst>
          </p:cNvPr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2661858-9EC5-FBC4-4985-E14AF316CD3B}"/>
              </a:ext>
            </a:extLst>
          </p:cNvPr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16B3355-1F13-A7EE-9B85-AEE4C5430936}"/>
              </a:ext>
            </a:extLst>
          </p:cNvPr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73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1713</TotalTime>
  <Words>612</Words>
  <Application>Microsoft Office PowerPoint</Application>
  <PresentationFormat>ワイド画面</PresentationFormat>
  <Paragraphs>154</Paragraphs>
  <Slides>24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29" baseType="lpstr">
      <vt:lpstr>游ゴシック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秀則 藤野</cp:lastModifiedBy>
  <cp:revision>32</cp:revision>
  <dcterms:created xsi:type="dcterms:W3CDTF">2024-05-30T09:13:24Z</dcterms:created>
  <dcterms:modified xsi:type="dcterms:W3CDTF">2025-01-14T10:20:07Z</dcterms:modified>
</cp:coreProperties>
</file>